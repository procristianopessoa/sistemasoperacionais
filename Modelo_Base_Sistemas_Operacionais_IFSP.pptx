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fd5bb4c9a8444f" /><Relationship Type="http://schemas.openxmlformats.org/officeDocument/2006/relationships/extended-properties" Target="/docProps/app.xml" Id="Rfce2b424b8194e10" /><Relationship Type="http://schemas.openxmlformats.org/officeDocument/2006/relationships/officeDocument" Target="/ppt/presentation.xml" Id="Rd7f86ad6b1904d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190fe1886a4ec2"/>
  </p:sldMasterIdLst>
  <p:notesMasterIdLst>
    <p:notesMasterId xmlns:r="http://schemas.openxmlformats.org/officeDocument/2006/relationships" r:id="Rb7ce33859dc34160"/>
  </p:notesMasterIdLst>
  <p:sldIdLst>
    <p:sldId xmlns:r="http://schemas.openxmlformats.org/officeDocument/2006/relationships" id="256" r:id="R79d10715e64a4190"/>
    <p:sldId xmlns:r="http://schemas.openxmlformats.org/officeDocument/2006/relationships" id="257" r:id="R0077b61f7dda420b"/>
    <p:sldId xmlns:r="http://schemas.openxmlformats.org/officeDocument/2006/relationships" id="258" r:id="Rd91b832aaf734cae"/>
    <p:sldId xmlns:r="http://schemas.openxmlformats.org/officeDocument/2006/relationships" id="259" r:id="R14fe2a1e9b834e6a"/>
    <p:sldId xmlns:r="http://schemas.openxmlformats.org/officeDocument/2006/relationships" id="260" r:id="Raafc8e2ac2d14164"/>
    <p:sldId xmlns:r="http://schemas.openxmlformats.org/officeDocument/2006/relationships" id="261" r:id="Rbc3909c858c6438e"/>
    <p:sldId xmlns:r="http://schemas.openxmlformats.org/officeDocument/2006/relationships" id="262" r:id="R96a647c4aa234038"/>
    <p:sldId xmlns:r="http://schemas.openxmlformats.org/officeDocument/2006/relationships" id="263" r:id="Ra3ed56f1d06b49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498d537dc84395" /><Relationship Type="http://schemas.openxmlformats.org/officeDocument/2006/relationships/slideMaster" Target="/ppt/slideMasters/slideMaster1.xml" Id="Rc8190fe1886a4ec2" /><Relationship Type="http://schemas.openxmlformats.org/officeDocument/2006/relationships/notesMaster" Target="/ppt/notesMasters/notesMaster1.xml" Id="Rb7ce33859dc34160" /><Relationship Type="http://schemas.openxmlformats.org/officeDocument/2006/relationships/presProps" Target="/ppt/presProps.xml" Id="Rb51d8ae6be5047fc" /><Relationship Type="http://schemas.openxmlformats.org/officeDocument/2006/relationships/tableStyles" Target="/ppt/tableStyles.xml" Id="Rf8e77d02189a4a17" /><Relationship Type="http://schemas.openxmlformats.org/officeDocument/2006/relationships/slide" Target="/ppt/slides/slide1.xml" Id="R79d10715e64a4190" /><Relationship Type="http://schemas.openxmlformats.org/officeDocument/2006/relationships/slide" Target="/ppt/slides/slide2.xml" Id="R0077b61f7dda420b" /><Relationship Type="http://schemas.openxmlformats.org/officeDocument/2006/relationships/slide" Target="/ppt/slides/slide3.xml" Id="Rd91b832aaf734cae" /><Relationship Type="http://schemas.openxmlformats.org/officeDocument/2006/relationships/slide" Target="/ppt/slides/slide4.xml" Id="R14fe2a1e9b834e6a" /><Relationship Type="http://schemas.openxmlformats.org/officeDocument/2006/relationships/slide" Target="/ppt/slides/slide5.xml" Id="Raafc8e2ac2d14164" /><Relationship Type="http://schemas.openxmlformats.org/officeDocument/2006/relationships/slide" Target="/ppt/slides/slide6.xml" Id="Rbc3909c858c6438e" /><Relationship Type="http://schemas.openxmlformats.org/officeDocument/2006/relationships/slide" Target="/ppt/slides/slide7.xml" Id="R96a647c4aa234038" /><Relationship Type="http://schemas.openxmlformats.org/officeDocument/2006/relationships/slide" Target="/ppt/slides/slide8.xml" Id="Ra3ed56f1d06b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e50c62794a48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4c1e2a3f1c461d" /><Relationship Type="http://schemas.openxmlformats.org/officeDocument/2006/relationships/notesMaster" Target="/ppt/notesMasters/notesMaster1.xml" Id="Raefae0aaffbf42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45b9bdd59346a1" /><Relationship Type="http://schemas.openxmlformats.org/officeDocument/2006/relationships/notesMaster" Target="/ppt/notesMasters/notesMaster1.xml" Id="R4c65d046448442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99e9b4e1104613" /><Relationship Type="http://schemas.openxmlformats.org/officeDocument/2006/relationships/notesMaster" Target="/ppt/notesMasters/notesMaster1.xml" Id="Re5cd45d76fff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eed3f2c9274c77" /><Relationship Type="http://schemas.openxmlformats.org/officeDocument/2006/relationships/notesMaster" Target="/ppt/notesMasters/notesMaster1.xml" Id="R4d688b77008349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41aefc720648f4" /><Relationship Type="http://schemas.openxmlformats.org/officeDocument/2006/relationships/notesMaster" Target="/ppt/notesMasters/notesMaster1.xml" Id="Ra14ed789382944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c0f6b610da453d" /><Relationship Type="http://schemas.openxmlformats.org/officeDocument/2006/relationships/notesMaster" Target="/ppt/notesMasters/notesMaster1.xml" Id="Rc20adfb193b94e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e421e717734a57" /><Relationship Type="http://schemas.openxmlformats.org/officeDocument/2006/relationships/notesMaster" Target="/ppt/notesMasters/notesMaster1.xml" Id="Rbc4c886438384a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8fbba499854bee" /><Relationship Type="http://schemas.openxmlformats.org/officeDocument/2006/relationships/notesMaster" Target="/ppt/notesMasters/notesMaster1.xml" Id="R98ff75c1e6b4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0f734e70b42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b96e3268cc474c" /><Relationship Type="http://schemas.openxmlformats.org/officeDocument/2006/relationships/slideLayout" Target="/ppt/slideLayouts/slideLayout1.xml" Id="R764dc69b16e647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4dc69b16e647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0902ee0894771" /><Relationship Type="http://schemas.openxmlformats.org/officeDocument/2006/relationships/notesSlide" Target="/ppt/notesSlides/notesSlide1.xml" Id="R3681efed46354e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d9ea8f8c04892" /><Relationship Type="http://schemas.openxmlformats.org/officeDocument/2006/relationships/notesSlide" Target="/ppt/notesSlides/notesSlide2.xml" Id="R052e6327bb6640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1992a463c45d4" /><Relationship Type="http://schemas.openxmlformats.org/officeDocument/2006/relationships/notesSlide" Target="/ppt/notesSlides/notesSlide3.xml" Id="R64ad1f1040ba4f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beb7097e04449" /><Relationship Type="http://schemas.openxmlformats.org/officeDocument/2006/relationships/notesSlide" Target="/ppt/notesSlides/notesSlide4.xml" Id="Rba6fc4a544df4e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0da25d73b4bea" /><Relationship Type="http://schemas.openxmlformats.org/officeDocument/2006/relationships/notesSlide" Target="/ppt/notesSlides/notesSlide5.xml" Id="R629f78c9cf3645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2940a93cf4d62" /><Relationship Type="http://schemas.openxmlformats.org/officeDocument/2006/relationships/notesSlide" Target="/ppt/notesSlides/notesSlide6.xml" Id="R9ec95d1f1f0546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6823bfcff45ea" /><Relationship Type="http://schemas.openxmlformats.org/officeDocument/2006/relationships/notesSlide" Target="/ppt/notesSlides/notesSlide7.xml" Id="Ra35268a7940c41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fe199561942b7" /><Relationship Type="http://schemas.openxmlformats.org/officeDocument/2006/relationships/notesSlide" Target="/ppt/notesSlides/notesSlide8.xml" Id="Re90d9385dae84a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BF3A1-122E-4711-AEEC-A3FF813D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CE224-C18B-440D-953C-E2B2CEE9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1CBB-F3E4-4E3C-978F-CE023702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5CAD7-881E-41FC-A70F-806FA1EC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B436C-7C12-489F-A1E1-E66E945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2184E-B591-4CC1-8292-563B0740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7C529-04F3-4BC3-B134-138FF038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B95D2-DD7A-43F7-AB44-7EDA8BE5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CDD49-38E1-4DB7-82BF-35C71F72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4713B-79A9-47B3-8D48-DD65867A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AEC4F-04D8-4D5D-B9B3-DC198355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F4361-E8C0-426F-B01C-22D4177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8395A-E1D3-42F7-8003-4300E6AA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D417E-532A-45E7-BB17-DB53E5B2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6CD44-1B67-4B25-BE7B-512BE9D4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479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A27CF-8D34-41BE-960E-3D7B1724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92B92-CEB2-4C27-9FE5-E28B133C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3F46E-D1F3-4521-99D5-846441B3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7474B-AA1A-4C48-BDF7-A8715B49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954FB-7E8E-45E7-932C-45383E47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ACAE"/>
                </a:solidFill>
              </a:defRPr>
            </a:pPr>
            <a:r>
              <a:rPr sz="1125" b="1">
                <a:solidFill>
                  <a:srgbClr val="A8ACAE"/>
                </a:solidFill>
              </a:rPr>
              <a:t>01 · CAPA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DDD2D-605B-4AAE-A216-E4FB3044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ACAE"/>
                </a:solidFill>
              </a:defRPr>
            </a:pPr>
            <a:r>
              <a:rPr sz="975" b="0">
                <a:solidFill>
                  <a:srgbClr val="A8ACAE"/>
                </a:solidFill>
              </a:rPr>
              <a:t>SISTEMAS OPERACIONAIS · IFSP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FF11D-4D24-48E4-B33F-462AB86C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ACAE"/>
                </a:solidFill>
              </a:defRPr>
            </a:pPr>
            <a:r>
              <a:rPr sz="825" b="0">
                <a:solidFill>
                  <a:srgbClr val="A8ACAE"/>
                </a:solidFill>
              </a:rPr>
              <a:t>IFSP · Prof. Cristiano Pessoa · 2026 · 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4BEC8-BAFE-4ED8-89BD-F3BC16BE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676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F5F3EE"/>
                </a:solidFill>
              </a:defRPr>
            </a:pPr>
            <a:r>
              <a:rPr sz="5100" b="0">
                <a:solidFill>
                  <a:srgbClr val="F5F3EE"/>
                </a:solidFill>
              </a:rPr>
              <a:t>TÍTULO</a:t>
            </a:r>
          </a:p>
          <a:p xmlns:a="http://schemas.openxmlformats.org/drawingml/2006/main">
            <a:pPr algn="l">
              <a:defRPr sz="5100" b="0">
                <a:solidFill>
                  <a:srgbClr val="F5F3EE"/>
                </a:solidFill>
              </a:defRPr>
            </a:pPr>
            <a:r>
              <a:rPr sz="5100" b="0">
                <a:solidFill>
                  <a:srgbClr val="F5F3EE"/>
                </a:solidFill>
              </a:rPr>
              <a:t>DA VIDEOAULA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4EADF-1A30-414C-9DE5-48F50E8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8ACAE"/>
                </a:solidFill>
              </a:defRPr>
            </a:pPr>
            <a:r>
              <a:rPr sz="1950" b="0">
                <a:solidFill>
                  <a:srgbClr val="A8ACAE"/>
                </a:solidFill>
              </a:rPr>
              <a:t>Subtítulo ou pergunta de abertura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D09B0-4ADF-4D02-94D7-1EBE24D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9B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B2F7D-C91D-43B0-B012-0E07E35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3EE"/>
                </a:solidFill>
              </a:defRPr>
            </a:pPr>
            <a:r>
              <a:rPr sz="1200" b="1">
                <a:solidFill>
                  <a:srgbClr val="F5F3EE"/>
                </a:solidFill>
              </a:rPr>
              <a:t>COMPREENDER  ·  OBSERVAR  ·  APLICAR</a:t>
            </a:r>
          </a:p>
        </p:txBody>
      </p:sp>
    </p:spTree>
    <p:extLst>
      <p:ext uri="{BB962C8B-B14F-4D97-AF65-F5344CB8AC3E}">
        <p14:creationId xmlns:p14="http://schemas.microsoft.com/office/powerpoint/2010/main" val="1313241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6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10C8E-D2D5-4362-B820-6BF1E9F7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5F94A-F123-409C-8D68-BA3DC929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BA3DD-A0EA-45A7-84A6-48BA9169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8C4E3-710E-4498-A81F-2D2885B5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A42C8-6153-402F-B635-58D101F7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32B1D-E984-4373-A51E-1CF1760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C0EC8-707E-4412-B273-1A265B51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FA66E-ACC0-4F46-872B-7A0819A1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66B8C-BA10-4839-812F-E9C6068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792F0-3A9A-41E5-886E-28F2AFE9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78505-2BFD-4FCC-AD33-833CBAD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C242E-38EA-43DE-994D-9510ACC1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6EFEF-7AAF-4100-8908-F25D359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9990C-FA72-4444-AA23-4779140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580DF-1806-4561-B3D6-F6F210FB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479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91645-90DF-4FF7-BA80-7A9699D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DB42C-DEB8-4B7C-A80B-E1E8852A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E4BEF-501C-40DA-B822-C879A031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F81CB-87F7-420A-A056-1CFF00D5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31F40-072E-4FB7-AE86-11A3157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ACAE"/>
                </a:solidFill>
              </a:defRPr>
            </a:pPr>
            <a:r>
              <a:rPr sz="1125" b="1">
                <a:solidFill>
                  <a:srgbClr val="A8ACAE"/>
                </a:solidFill>
              </a:rPr>
              <a:t>02 · CONCEITO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F924D-667C-4295-950C-A8AED3F1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ACAE"/>
                </a:solidFill>
              </a:defRPr>
            </a:pPr>
            <a:r>
              <a:rPr sz="975" b="0">
                <a:solidFill>
                  <a:srgbClr val="A8ACAE"/>
                </a:solidFill>
              </a:rPr>
              <a:t>SISTEMAS OPERACIONAIS · IFSP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5E7AB-B54D-4179-8D3E-5AC073A4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ACAE"/>
                </a:solidFill>
              </a:defRPr>
            </a:pPr>
            <a:r>
              <a:rPr sz="825" b="0">
                <a:solidFill>
                  <a:srgbClr val="A8ACAE"/>
                </a:solidFill>
              </a:rPr>
              <a:t>IFSP · Prof. Cristiano Pessoa · 2026 · 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FE65F-5E71-4043-B593-969E691C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5F3EE"/>
                </a:solidFill>
              </a:defRPr>
            </a:pPr>
            <a:r>
              <a:rPr sz="4050" b="0">
                <a:solidFill>
                  <a:srgbClr val="F5F3EE"/>
                </a:solidFill>
              </a:rPr>
              <a:t>TÍTULO DO</a:t>
            </a:r>
          </a:p>
          <a:p xmlns:a="http://schemas.openxmlformats.org/drawingml/2006/main">
            <a:pPr algn="l">
              <a:defRPr sz="4050" b="0">
                <a:solidFill>
                  <a:srgbClr val="F5F3EE"/>
                </a:solidFill>
              </a:defRPr>
            </a:pPr>
            <a:r>
              <a:rPr sz="4050" b="0">
                <a:solidFill>
                  <a:srgbClr val="F5F3EE"/>
                </a:solidFill>
              </a:rPr>
              <a:t>CONCEITO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BB8FE-ED07-4C2C-8720-F30E2161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ACAE"/>
                </a:solidFill>
              </a:defRPr>
            </a:pPr>
            <a:r>
              <a:rPr sz="1500" b="0">
                <a:solidFill>
                  <a:srgbClr val="A8ACAE"/>
                </a:solidFill>
              </a:rPr>
              <a:t>Uma frase que explica a ideia central do slide.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12181-1D18-48F4-B909-F6E1E28B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81125"/>
            <a:ext cx="41910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CA306-497B-4401-83BE-D9650914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7513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ACAE"/>
                </a:solidFill>
              </a:defRPr>
            </a:pPr>
            <a:r>
              <a:rPr sz="1200" b="0">
                <a:solidFill>
                  <a:srgbClr val="A8ACAE"/>
                </a:solidFill>
              </a:rPr>
              <a:t>IMAGEM, DIAGRAMA OU DADO</a:t>
            </a:r>
          </a:p>
        </p:txBody>
      </p:sp>
    </p:spTree>
    <p:extLst>
      <p:ext uri="{BB962C8B-B14F-4D97-AF65-F5344CB8AC3E}">
        <p14:creationId xmlns:p14="http://schemas.microsoft.com/office/powerpoint/2010/main" val="1199298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6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2228A-C3DF-4BD4-9E22-51CEA858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975BF-110F-47C5-B9D2-9862DBCF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40DBA-F13E-4C59-ADE6-A1CFFCDB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B6EC5-C9E7-4973-A448-E142890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0C4CC-C409-4CE2-8E4D-DE5B55EE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B3A66-3A1B-4E5D-898D-37D6B884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39366-8A38-488B-8730-01361BA6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1D1F9-A55B-4C42-AB23-FEE7EF85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1AC6B-8A3E-42F3-BA63-7B463B9D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BF373-E2E3-45BA-BD50-549E2A97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08EBE-1792-4097-9BCD-84152804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FC0F0-6FCE-4C5F-86C7-36C3B2A3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1E2D1-C885-4F2C-A7E6-CA42F2D2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683A5-2A63-4E1D-9E73-8CE340AC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CE395-7404-4CCC-A3C5-963DDE6D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479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D7163-F53D-4717-8355-A98DFCBF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F59F8-2401-4FD1-B5C6-D6DD28F4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8FC4B-1BBC-4D02-BD3F-3EF28A95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D904B-2B44-475C-B8F4-BE38142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E0C7C-55A7-4A53-8213-615E3523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ACAE"/>
                </a:solidFill>
              </a:defRPr>
            </a:pPr>
            <a:r>
              <a:rPr sz="1125" b="1">
                <a:solidFill>
                  <a:srgbClr val="A8ACAE"/>
                </a:solidFill>
              </a:rPr>
              <a:t>03 · COMPARAÇÃO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90944-EEC7-4FF2-86C6-BDB4752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ACAE"/>
                </a:solidFill>
              </a:defRPr>
            </a:pPr>
            <a:r>
              <a:rPr sz="975" b="0">
                <a:solidFill>
                  <a:srgbClr val="A8ACAE"/>
                </a:solidFill>
              </a:rPr>
              <a:t>SISTEMAS OPERACIONAIS · IFSP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AB97C-04FC-463A-990B-DF66A1FE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ACAE"/>
                </a:solidFill>
              </a:defRPr>
            </a:pPr>
            <a:r>
              <a:rPr sz="825" b="0">
                <a:solidFill>
                  <a:srgbClr val="A8ACAE"/>
                </a:solidFill>
              </a:rPr>
              <a:t>IFSP · Prof. Cristiano Pessoa · 2026 · 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6F6B1-87CB-4287-897D-795BA719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DUAS IDEIAS</a:t>
            </a:r>
          </a:p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EM COMPARAÇÃO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0AC6A-6E36-43FC-8C57-2754286C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0FA55-18BF-4B1E-8E58-A81AA62D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574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ACAE"/>
                </a:solidFill>
              </a:defRPr>
            </a:pPr>
            <a:r>
              <a:rPr sz="1200" b="0">
                <a:solidFill>
                  <a:srgbClr val="A8ACAE"/>
                </a:solidFill>
              </a:rPr>
              <a:t>IDEIA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C2D93-4E88-495F-A8D4-9C5C6B08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F1577-DAEA-4946-B708-75ABA339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574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ACAE"/>
                </a:solidFill>
              </a:defRPr>
            </a:pPr>
            <a:r>
              <a:rPr sz="1200" b="0">
                <a:solidFill>
                  <a:srgbClr val="A8ACAE"/>
                </a:solidFill>
              </a:rPr>
              <a:t>IDEIA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79F9ED-D9B4-4259-85EA-479E698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3EE"/>
                </a:solidFill>
              </a:defRPr>
            </a:pPr>
            <a:r>
              <a:rPr sz="1800" b="0">
                <a:solidFill>
                  <a:srgbClr val="F5F3EE"/>
                </a:solidFill>
              </a:rPr>
              <a:t>Conclusão em uma frase direta.</a:t>
            </a:r>
          </a:p>
        </p:txBody>
      </p:sp>
    </p:spTree>
    <p:extLst>
      <p:ext uri="{BB962C8B-B14F-4D97-AF65-F5344CB8AC3E}">
        <p14:creationId xmlns:p14="http://schemas.microsoft.com/office/powerpoint/2010/main" val="2097447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6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8147B1-0D78-4E06-ADBA-22FD0ED2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7225C-EC92-44A0-B455-E54087F1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16D7-8993-47E5-92FC-3ECEC532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387EE-8FB2-4AC2-9C26-701E0E8D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7AC19-0F7E-4B6A-9EB6-774CE5C8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C7F7D-BB36-4B81-8DAA-56EA3D34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D4F13-C13F-452D-BAF3-590F9BD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DD88E-12E9-4E8F-90F8-152D972E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D2FB9-0E3F-48ED-B578-CA449C79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68F1E-9A39-4B8A-9275-05019A7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E2672-F36F-49D8-9D70-5909729B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DAED1-E58C-4F34-927E-3EE1F64B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06420-AC4E-409D-98EF-2ED8AB1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0FB18-D719-4965-96E7-36C89ECF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363E7-C875-4C29-98A0-1814150C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479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16FB3-4907-4D07-A85E-B88484D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D1847-C7EA-4F76-A6D9-A1F85FB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DB5D9-2EFB-4F5D-8651-02453B9C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50DA3-8423-437A-BDC1-DAF073C3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9CF9A-A610-446B-9306-692CFE40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ACAE"/>
                </a:solidFill>
              </a:defRPr>
            </a:pPr>
            <a:r>
              <a:rPr sz="1125" b="1">
                <a:solidFill>
                  <a:srgbClr val="A8ACAE"/>
                </a:solidFill>
              </a:rPr>
              <a:t>04 · LINHA DO TEMPO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E3D83-A7BD-4AC8-AFD9-8EEAC2AE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ACAE"/>
                </a:solidFill>
              </a:defRPr>
            </a:pPr>
            <a:r>
              <a:rPr sz="975" b="0">
                <a:solidFill>
                  <a:srgbClr val="A8ACAE"/>
                </a:solidFill>
              </a:rPr>
              <a:t>SISTEMAS OPERACIONAIS · IFSP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3F221-A95C-4CE3-A125-32F3312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ACAE"/>
                </a:solidFill>
              </a:defRPr>
            </a:pPr>
            <a:r>
              <a:rPr sz="825" b="0">
                <a:solidFill>
                  <a:srgbClr val="A8ACAE"/>
                </a:solidFill>
              </a:rPr>
              <a:t>IFSP · Prof. Cristiano Pessoa · 2026 · 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BBD50-B729-4F4A-BAFE-CF656DF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LINHA DO TEMPO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56800-91DC-4BFC-8BEF-96ACCF34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ACAE"/>
                </a:solidFill>
              </a:defRPr>
            </a:pPr>
            <a:r>
              <a:rPr sz="1425" b="0">
                <a:solidFill>
                  <a:srgbClr val="A8ACAE"/>
                </a:solidFill>
              </a:rPr>
              <a:t>Use poucos marcos, com uma consequência clara em cada um.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D2D3C-EFEE-4112-B0A9-5FE3362A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6C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BFC541-94C3-420D-9EF1-F96224F3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76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650FD-361C-4A15-BA7E-25EB3437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48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ACAE"/>
                </a:solidFill>
              </a:defRPr>
            </a:pPr>
            <a:r>
              <a:rPr sz="1050" b="0">
                <a:solidFill>
                  <a:srgbClr val="A8ACAE"/>
                </a:solidFill>
              </a:rPr>
              <a:t>ANO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E7008F-ED13-4C05-9B2F-F91E873B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3EE"/>
                </a:solidFill>
              </a:defRPr>
            </a:pPr>
            <a:r>
              <a:rPr sz="1275" b="1">
                <a:solidFill>
                  <a:srgbClr val="F5F3EE"/>
                </a:solidFill>
              </a:rPr>
              <a:t>MARCO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E3CD4-81F6-4054-A6C4-275375B3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76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A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0151A1-9101-481A-B4AA-A0CA7ADD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48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ACAE"/>
                </a:solidFill>
              </a:defRPr>
            </a:pPr>
            <a:r>
              <a:rPr sz="1050" b="0">
                <a:solidFill>
                  <a:srgbClr val="A8ACAE"/>
                </a:solidFill>
              </a:rPr>
              <a:t>ANO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FCD66-BE32-45D1-8B67-D28DCE58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3EE"/>
                </a:solidFill>
              </a:defRPr>
            </a:pPr>
            <a:r>
              <a:rPr sz="1275" b="1">
                <a:solidFill>
                  <a:srgbClr val="F5F3EE"/>
                </a:solidFill>
              </a:rPr>
              <a:t>MARCO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AD32E-7E41-4C36-8CCD-9F286750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AA8D2A-12BD-478B-B6BC-4BD8BA17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ACAE"/>
                </a:solidFill>
              </a:defRPr>
            </a:pPr>
            <a:r>
              <a:rPr sz="1050" b="0">
                <a:solidFill>
                  <a:srgbClr val="A8ACAE"/>
                </a:solidFill>
              </a:rPr>
              <a:t>ANO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726E7-26CF-4077-BD86-2AA66B65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3EE"/>
                </a:solidFill>
              </a:defRPr>
            </a:pPr>
            <a:r>
              <a:rPr sz="1275" b="1">
                <a:solidFill>
                  <a:srgbClr val="F5F3EE"/>
                </a:solidFill>
              </a:rPr>
              <a:t>MARCO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206C34-A9A3-4583-B39E-1CA6EA39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76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9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04D8F6-D029-435B-9439-DE1ACFC0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ACAE"/>
                </a:solidFill>
              </a:defRPr>
            </a:pPr>
            <a:r>
              <a:rPr sz="1050" b="0">
                <a:solidFill>
                  <a:srgbClr val="A8ACAE"/>
                </a:solidFill>
              </a:rPr>
              <a:t>ANO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25DEA9-C0F8-4574-B1E5-76377F32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3EE"/>
                </a:solidFill>
              </a:defRPr>
            </a:pPr>
            <a:r>
              <a:rPr sz="1275" b="1">
                <a:solidFill>
                  <a:srgbClr val="F5F3EE"/>
                </a:solidFill>
              </a:rPr>
              <a:t>MARCO</a:t>
            </a:r>
          </a:p>
        </p:txBody>
      </p:sp>
    </p:spTree>
    <p:extLst>
      <p:ext uri="{BB962C8B-B14F-4D97-AF65-F5344CB8AC3E}">
        <p14:creationId xmlns:p14="http://schemas.microsoft.com/office/powerpoint/2010/main" val="898973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6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4E259-C58A-4F5F-837D-13C0B1A2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E97B0-FA0F-4266-BA3D-1516360A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7EDF0-6855-44F7-B950-4549F7D3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15BDA-0E1B-4D29-B0BE-507471DA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B43F2-8FEF-4C57-8FEF-9409B37A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E7150-E66E-41CC-A047-22F64C7B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0E587-369B-4E26-B563-D36C51D5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40954-F546-41F0-AAC9-4300C658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0F88B-58C7-4FBF-A7C8-0B707F65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4CCD7-0D01-43D6-80AD-6BCD194C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A30E0-68D0-421F-B616-824B35C9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1BB79-FA5C-464B-A723-4D27F50F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23615-E658-4E83-A76F-685ABF91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DB9F0-E762-49D8-BE91-2EDE5D9B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F9AE4-FFEA-4889-8148-BB779D8F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479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232CD-E05A-4D43-BE9F-3C825661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A29FA-BFC0-4321-8963-D769E22E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8FCCF-CF51-41E1-913C-0B0C4EC8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E3E57-3388-44AB-857D-8D1C1B54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372CB-B54A-4450-B6AA-52417374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ACAE"/>
                </a:solidFill>
              </a:defRPr>
            </a:pPr>
            <a:r>
              <a:rPr sz="1125" b="1">
                <a:solidFill>
                  <a:srgbClr val="A8ACAE"/>
                </a:solidFill>
              </a:rPr>
              <a:t>05 · TERMINAL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4CCF2-DBAF-4E94-AC33-85357CE4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ACAE"/>
                </a:solidFill>
              </a:defRPr>
            </a:pPr>
            <a:r>
              <a:rPr sz="975" b="0">
                <a:solidFill>
                  <a:srgbClr val="A8ACAE"/>
                </a:solidFill>
              </a:rPr>
              <a:t>SISTEMAS OPERACIONAIS · IFSP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31B8C-FD52-4C5D-ABF0-4FFC14A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ACAE"/>
                </a:solidFill>
              </a:defRPr>
            </a:pPr>
            <a:r>
              <a:rPr sz="825" b="0">
                <a:solidFill>
                  <a:srgbClr val="A8ACAE"/>
                </a:solidFill>
              </a:rPr>
              <a:t>IFSP · Prof. Cristiano Pessoa · 2026 · 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2F555-5D2B-4165-9C5E-FE8B91A8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OBSERVAR</a:t>
            </a:r>
          </a:p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NO TERMINAL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E5B77-3935-460C-9BEF-4C03D4C5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ACAE"/>
                </a:solidFill>
              </a:defRPr>
            </a:pPr>
            <a:r>
              <a:rPr sz="1500" b="0">
                <a:solidFill>
                  <a:srgbClr val="A8ACAE"/>
                </a:solidFill>
              </a:rPr>
              <a:t>O comando é uma evidência; a interpretação é o objetivo.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8741F-C6B5-43B2-87B5-EE7D44A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33500"/>
            <a:ext cx="45243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78105-693E-4E25-86F7-A10B3FD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86075"/>
            <a:ext cx="414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ACAE"/>
                </a:solidFill>
              </a:defRPr>
            </a:pPr>
            <a:r>
              <a:rPr sz="1200" b="0">
                <a:solidFill>
                  <a:srgbClr val="A8ACAE"/>
                </a:solidFill>
              </a:rPr>
              <a:t>TERMINAL · PROMPT · COMANDO · SAÍDA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7797A-23DB-4375-BC39-B160623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B7C8"/>
                </a:solidFill>
              </a:defRPr>
            </a:pPr>
            <a:r>
              <a:rPr sz="1350" b="1">
                <a:solidFill>
                  <a:srgbClr val="59B7C8"/>
                </a:solidFill>
              </a:rPr>
              <a:t>LEITURA: o que esta evidência mostra?</a:t>
            </a:r>
          </a:p>
        </p:txBody>
      </p:sp>
    </p:spTree>
    <p:extLst>
      <p:ext uri="{BB962C8B-B14F-4D97-AF65-F5344CB8AC3E}">
        <p14:creationId xmlns:p14="http://schemas.microsoft.com/office/powerpoint/2010/main" val="462570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6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9BBC5D-D80F-4111-9A07-8109CFE6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7CC66-5ADF-49E0-8E68-EBB3EBAB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8D439-FB88-46D8-9B30-7F2EB6C4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53BFC-9DE5-4D81-A35E-D7CE4303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EBA27-5AE8-4ED3-BC96-995E8954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CA8E0-0355-434C-8CC7-458DB018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C53E5-33C1-4EA7-BAF4-EB15E571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603A1-D161-4F91-82E1-39F71CC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8FB53-88FD-4BF7-B40F-21A2C62A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652AD-EC2C-4DB1-9032-27A7A8E7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7CE3A-6124-4944-8422-4F59DE51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E165C-F3A1-441C-A785-D6C5AD5F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34E88-433F-4114-A879-2960749C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ADD0F-8E94-4FFD-B8B0-46191BD2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BB915-853C-4C79-8CC9-59B6FCA2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479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64314-311D-48D5-BBED-DC108E1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9BF1F-C6F9-4D84-833C-9A264D7A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AF680-2B9A-4AE7-936B-AE2E7BED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DF94F-4B79-46B4-90BB-EA57FF3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B9E7F-819C-471D-98F7-5DB27A3A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ACAE"/>
                </a:solidFill>
              </a:defRPr>
            </a:pPr>
            <a:r>
              <a:rPr sz="1125" b="1">
                <a:solidFill>
                  <a:srgbClr val="A8ACAE"/>
                </a:solidFill>
              </a:rPr>
              <a:t>06 · CAMADAS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0F2BB-32A1-413D-AD10-E6A731E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ACAE"/>
                </a:solidFill>
              </a:defRPr>
            </a:pPr>
            <a:r>
              <a:rPr sz="975" b="0">
                <a:solidFill>
                  <a:srgbClr val="A8ACAE"/>
                </a:solidFill>
              </a:rPr>
              <a:t>SISTEMAS OPERACIONAIS · IFSP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A76C5-F75F-48D1-9BEB-469DD56A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ACAE"/>
                </a:solidFill>
              </a:defRPr>
            </a:pPr>
            <a:r>
              <a:rPr sz="825" b="0">
                <a:solidFill>
                  <a:srgbClr val="A8ACAE"/>
                </a:solidFill>
              </a:rPr>
              <a:t>IFSP · Prof. Cristiano Pessoa · 2026 · 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4F904-AC9B-47B7-95E7-AF40EB1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ARQUITETURA</a:t>
            </a:r>
          </a:p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EM CAMADAS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07FE4A-C690-4B94-967B-C76480D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ACAE"/>
                </a:solidFill>
              </a:defRPr>
            </a:pPr>
            <a:r>
              <a:rPr sz="1500" b="0">
                <a:solidFill>
                  <a:srgbClr val="A8ACAE"/>
                </a:solidFill>
              </a:rPr>
              <a:t>Cada faixa corresponde a uma responsabilidade.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53FB2-C598-44BF-A25F-AAF27C0E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598D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F128C-703F-4AF0-97B9-7831BE2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722"/>
                </a:solidFill>
              </a:defRPr>
            </a:pPr>
            <a:r>
              <a:rPr sz="1200" b="1">
                <a:solidFill>
                  <a:srgbClr val="101722"/>
                </a:solidFill>
              </a:rPr>
              <a:t>APLICAÇÕES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EDE8D-C9EF-468A-9855-43736D9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9B7C8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E17FAF-E648-4F36-97BB-C32538D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28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722"/>
                </a:solidFill>
              </a:defRPr>
            </a:pPr>
            <a:r>
              <a:rPr sz="1200" b="1">
                <a:solidFill>
                  <a:srgbClr val="101722"/>
                </a:solidFill>
              </a:rPr>
              <a:t>CHAMADAS DE SISTEMA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66423-E08C-4D4A-8262-DDF5C8E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AA31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5B4D4-7235-4A56-857D-46288B42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722"/>
                </a:solidFill>
              </a:defRPr>
            </a:pPr>
            <a:r>
              <a:rPr sz="1200" b="1">
                <a:solidFill>
                  <a:srgbClr val="101722"/>
                </a:solidFill>
              </a:rPr>
              <a:t>KERNEL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3D2C7D-CCE6-47E3-9A87-C71B3446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962D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326CA-08DF-4489-860D-49971037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722"/>
                </a:solidFill>
              </a:defRPr>
            </a:pPr>
            <a:r>
              <a:rPr sz="1200" b="1">
                <a:solidFill>
                  <a:srgbClr val="101722"/>
                </a:solidFill>
              </a:rPr>
              <a:t>DRIVERS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9A7C9C-D409-462E-8F2D-F26B93DC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33ABE9-4A32-486D-806B-23D22F0C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3EE"/>
                </a:solidFill>
              </a:defRPr>
            </a:pPr>
            <a:r>
              <a:rPr sz="1200" b="1">
                <a:solidFill>
                  <a:srgbClr val="F5F3EE"/>
                </a:solidFill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1759944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6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6C0D7C-52AF-4C91-B51A-8A429CD5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CB318-F8AC-4EF2-B6DF-5BD44E75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B657D-DB26-463E-A436-9D8DCCB1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623C0-1923-484C-858F-EF4DA9F3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2426D-33DB-4AA1-BBEA-62E45DC2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9CBBD-7418-4BAB-86EE-A4114C54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1BBB0-8554-4AB7-933E-34AE77BF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1176A-BBBA-45C6-819A-CBCB548E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FB854-2CD1-4BD6-AAE5-7C72BFAA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064B5-7C44-4418-B543-129C376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94244-56AD-4850-8CC4-BF330093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75D5E-088A-457C-A184-3D1D5CA8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6E9D6-6C88-4027-B4DA-96134CB8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919B1-8F79-46CF-9707-72AD08D1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E9F29-C3DE-485E-AB4E-C968991E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479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D28CC-D4EE-4A6D-BC68-1C49B2FB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B5930-7C7A-4C3B-9209-0F04A0F9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633C6-3397-4EA4-9E10-EE60FB53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7301E-817E-4F43-81A7-17A36200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2B571-D0D2-44A6-9D05-344A03F9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ACAE"/>
                </a:solidFill>
              </a:defRPr>
            </a:pPr>
            <a:r>
              <a:rPr sz="1125" b="1">
                <a:solidFill>
                  <a:srgbClr val="A8ACAE"/>
                </a:solidFill>
              </a:rPr>
              <a:t>07 · ATIVIDADE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F7584-F036-46C5-B5D8-6FB08158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ACAE"/>
                </a:solidFill>
              </a:defRPr>
            </a:pPr>
            <a:r>
              <a:rPr sz="975" b="0">
                <a:solidFill>
                  <a:srgbClr val="A8ACAE"/>
                </a:solidFill>
              </a:rPr>
              <a:t>SISTEMAS OPERACIONAIS · IFSP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FBCA4-9411-4848-83FB-69662346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ACAE"/>
                </a:solidFill>
              </a:defRPr>
            </a:pPr>
            <a:r>
              <a:rPr sz="825" b="0">
                <a:solidFill>
                  <a:srgbClr val="A8ACAE"/>
                </a:solidFill>
              </a:rPr>
              <a:t>IFSP · Prof. Cristiano Pessoa · 2026 · 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256EB-64A7-4B9E-A4A2-EF852D73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APLICAR</a:t>
            </a:r>
          </a:p>
          <a:p xmlns:a="http://schemas.openxmlformats.org/drawingml/2006/main">
            <a:pPr algn="l">
              <a:defRPr sz="3900" b="0">
                <a:solidFill>
                  <a:srgbClr val="F5F3EE"/>
                </a:solidFill>
              </a:defRPr>
            </a:pPr>
            <a:r>
              <a:rPr sz="3900" b="0">
                <a:solidFill>
                  <a:srgbClr val="F5F3EE"/>
                </a:solidFill>
              </a:rPr>
              <a:t>O CONCEITO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FC8F6-E387-4224-8C17-1DA4A2C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ACAE"/>
                </a:solidFill>
              </a:defRPr>
            </a:pPr>
            <a:r>
              <a:rPr sz="1500" b="0">
                <a:solidFill>
                  <a:srgbClr val="A8ACAE"/>
                </a:solidFill>
              </a:rPr>
              <a:t>Situação-problema, desafio ou evidência que o aluno deve produzir.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F9B7D-E45B-4C35-900B-60D4B10D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4000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47F34-52B1-4BC3-8A6A-146DA94C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28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ACAE"/>
                </a:solidFill>
              </a:defRPr>
            </a:pPr>
            <a:r>
              <a:rPr sz="1200" b="0">
                <a:solidFill>
                  <a:srgbClr val="A8ACAE"/>
                </a:solidFill>
              </a:rPr>
              <a:t>1 · EXPLIQUE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C9F369-0328-4757-9707-28A104D7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4000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B9FDC-5072-4E1A-BDA7-B39FDFF0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71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ACAE"/>
                </a:solidFill>
              </a:defRPr>
            </a:pPr>
            <a:r>
              <a:rPr sz="1200" b="0">
                <a:solidFill>
                  <a:srgbClr val="A8ACAE"/>
                </a:solidFill>
              </a:rPr>
              <a:t>2 · OBSERVE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7EB1A9-2568-40AF-A0A8-30AD89C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0000"/>
            <a:ext cx="4000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686C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0A382-53AD-46DF-A919-FED8A431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1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ACAE"/>
                </a:solidFill>
              </a:defRPr>
            </a:pPr>
            <a:r>
              <a:rPr sz="1200" b="0">
                <a:solidFill>
                  <a:srgbClr val="A8ACAE"/>
                </a:solidFill>
              </a:rPr>
              <a:t>3 · ENTREGUE</a:t>
            </a:r>
          </a:p>
        </p:txBody>
      </p:sp>
    </p:spTree>
    <p:extLst>
      <p:ext uri="{BB962C8B-B14F-4D97-AF65-F5344CB8AC3E}">
        <p14:creationId xmlns:p14="http://schemas.microsoft.com/office/powerpoint/2010/main" val="10273652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6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0878F6-4440-4835-9E06-ED160FA2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C534B-3B08-484C-A2B5-D7546AB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31E1F-3195-493D-9D9B-8235CBBD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90A4C-1633-41C1-8BC9-076C7DB7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F374D-C4AD-4463-BF86-8A25DE18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F06FD-2F63-45B9-9B44-8F176F9A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813BD-F6D4-4414-8020-8EA2BAB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7551E-C865-4C50-AECB-8685BC6E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78788-49D8-4BE7-8E76-0B7C32B2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9F7D8-FDBF-4518-87A3-BE4C680D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3F569-460B-4E7E-88A1-78F7BE0C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A69E8-B047-4CE6-9690-2C20C1EE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85F4A-9F92-45F8-97CB-D44BE6C8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1AFE8-4D44-459C-9E78-470BF5E9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6116A-082E-40B6-80F3-AF8F46F8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479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D678B-1648-4BBE-834D-E170E4B7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0A321-B45B-41BC-AA70-44EF8490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3F9EA-4EC0-49E2-9F4B-CB7925D0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BB6A3-7BC9-44B1-B8F6-84D2FBC8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343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83A44-0CB3-42F5-8193-C62C1F91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ACAE"/>
                </a:solidFill>
              </a:defRPr>
            </a:pPr>
            <a:r>
              <a:rPr sz="1125" b="1">
                <a:solidFill>
                  <a:srgbClr val="A8ACAE"/>
                </a:solidFill>
              </a:rPr>
              <a:t>08 · FECHAMENTO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4292E-5495-459B-927D-D31399EA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ACAE"/>
                </a:solidFill>
              </a:defRPr>
            </a:pPr>
            <a:r>
              <a:rPr sz="975" b="0">
                <a:solidFill>
                  <a:srgbClr val="A8ACAE"/>
                </a:solidFill>
              </a:rPr>
              <a:t>SISTEMAS OPERACIONAIS · IFSP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A26E1-F44E-4DA8-A262-C32BFEB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ACAE"/>
                </a:solidFill>
              </a:defRPr>
            </a:pPr>
            <a:r>
              <a:rPr sz="825" b="0">
                <a:solidFill>
                  <a:srgbClr val="A8ACAE"/>
                </a:solidFill>
              </a:rPr>
              <a:t>IFSP · Prof. Cristiano Pessoa · 2026 · 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DE1B4-413A-42AE-8987-B818F802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5F3EE"/>
                </a:solidFill>
              </a:defRPr>
            </a:pPr>
            <a:r>
              <a:rPr sz="4350" b="0">
                <a:solidFill>
                  <a:srgbClr val="F5F3EE"/>
                </a:solidFill>
              </a:rPr>
              <a:t>SÍNTESE</a:t>
            </a:r>
          </a:p>
          <a:p xmlns:a="http://schemas.openxmlformats.org/drawingml/2006/main">
            <a:pPr algn="l">
              <a:defRPr sz="4350" b="0">
                <a:solidFill>
                  <a:srgbClr val="F5F3EE"/>
                </a:solidFill>
              </a:defRPr>
            </a:pPr>
            <a:r>
              <a:rPr sz="4350" b="0">
                <a:solidFill>
                  <a:srgbClr val="F5F3EE"/>
                </a:solidFill>
              </a:rPr>
              <a:t>DA AULA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AB23F-0091-4C44-85C1-82CE96E7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ACAE"/>
                </a:solidFill>
              </a:defRPr>
            </a:pPr>
            <a:r>
              <a:rPr sz="1800" b="0">
                <a:solidFill>
                  <a:srgbClr val="A8ACAE"/>
                </a:solidFill>
              </a:rPr>
              <a:t>Uma frase que resolve a pergunta de abertura e prepara a próxima aula.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52C52-0008-44EE-A8EE-DEBCA72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9B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DABFE-224F-4A12-AB80-1B6DFBE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3EE"/>
                </a:solidFill>
              </a:defRPr>
            </a:pPr>
            <a:r>
              <a:rPr sz="1125" b="1">
                <a:solidFill>
                  <a:srgbClr val="F5F3EE"/>
                </a:solidFill>
              </a:rPr>
              <a:t>PRÓXIMO PASSO · TEMA DA PRÓXIMA AULA</a:t>
            </a:r>
          </a:p>
        </p:txBody>
      </p:sp>
    </p:spTree>
    <p:extLst>
      <p:ext uri="{BB962C8B-B14F-4D97-AF65-F5344CB8AC3E}">
        <p14:creationId xmlns:p14="http://schemas.microsoft.com/office/powerpoint/2010/main" val="1273375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2026-09-07T20:02:47.5270000Z</dcterms:created>
  <dcterms:modified xsi:type="dcterms:W3CDTF">2026-09-07T20:02:47.5270000Z</dcterms:modified>
</coreProperties>
</file>